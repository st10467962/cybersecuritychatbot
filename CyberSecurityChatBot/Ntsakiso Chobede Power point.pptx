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5"/>
  </p:notesMasterIdLst>
  <p:handoutMasterIdLst>
    <p:handoutMasterId r:id="rId16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C9B3F-0D31-3CF1-E241-A8F38D3722A8}" v="417" dt="2026-05-29T18:07:07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 autoAdjust="0"/>
    <p:restoredTop sz="94630"/>
  </p:normalViewPr>
  <p:slideViewPr>
    <p:cSldViewPr showGuides="1">
      <p:cViewPr>
        <p:scale>
          <a:sx n="100" d="100"/>
          <a:sy n="100" d="100"/>
        </p:scale>
        <p:origin x="-72" y="-5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5/29/2026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/>
              <a:t>CyberSecurity chat Bot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Ntsakiso Chobede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D5A2-876E-1640-D280-06824FB7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2EA75-FD71-3DA1-0916-837FDDB57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 dirty="0"/>
              <a:t>Developed a </a:t>
            </a:r>
            <a:r>
              <a:rPr lang="en-GB" err="1"/>
              <a:t>CyberSecurity</a:t>
            </a:r>
            <a:r>
              <a:rPr lang="en-GB" dirty="0"/>
              <a:t> Awareness Chatbot in C# using </a:t>
            </a:r>
            <a:r>
              <a:rPr lang="en-GB" err="1"/>
              <a:t>windo</a:t>
            </a:r>
            <a:r>
              <a:rPr lang="en-GB"/>
              <a:t>ws forms </a:t>
            </a:r>
            <a:endParaRPr lang="en-GB" dirty="0"/>
          </a:p>
          <a:p>
            <a:pPr marL="285750" indent="-285750">
              <a:buChar char="•"/>
            </a:pPr>
            <a:r>
              <a:rPr lang="en-GB" dirty="0"/>
              <a:t>The main purpose of the chatbot educate users about online safety and cybersecur</a:t>
            </a:r>
            <a:r>
              <a:rPr lang="en-GB"/>
              <a:t>ity topics</a:t>
            </a:r>
          </a:p>
          <a:p>
            <a:pPr marL="285750" indent="-285750">
              <a:buChar char="•"/>
            </a:pPr>
            <a:r>
              <a:rPr lang="en-GB" dirty="0"/>
              <a:t>The chatbot includes GUI </a:t>
            </a:r>
            <a:r>
              <a:rPr lang="en-GB" err="1"/>
              <a:t>interaction,voice</a:t>
            </a:r>
            <a:r>
              <a:rPr lang="en-GB" dirty="0"/>
              <a:t> </a:t>
            </a:r>
            <a:r>
              <a:rPr lang="en-GB" err="1"/>
              <a:t>greeting,memory</a:t>
            </a:r>
            <a:r>
              <a:rPr lang="en-GB" dirty="0"/>
              <a:t> recall, and sentiment detec</a:t>
            </a:r>
            <a:r>
              <a:rPr lang="en-GB"/>
              <a:t>tion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661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6C13-628B-711E-31A1-44D1FA8E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Technologi</a:t>
            </a:r>
            <a:r>
              <a:rPr lang="en-GB"/>
              <a:t>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CFE00-D6DD-A9A9-C386-C3CA46024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 dirty="0"/>
              <a:t>C# </a:t>
            </a:r>
            <a:r>
              <a:rPr lang="en-GB" dirty="0" err="1"/>
              <a:t>Programmingg</a:t>
            </a:r>
            <a:r>
              <a:rPr lang="en-GB" dirty="0"/>
              <a:t> </a:t>
            </a:r>
            <a:r>
              <a:rPr lang="en-GB" dirty="0" err="1"/>
              <a:t>Langu</a:t>
            </a:r>
            <a:r>
              <a:rPr lang="en-GB" dirty="0"/>
              <a:t>age</a:t>
            </a:r>
          </a:p>
          <a:p>
            <a:pPr marL="285750" indent="-285750">
              <a:buChar char="•"/>
            </a:pPr>
            <a:r>
              <a:rPr lang="en-GB"/>
              <a:t>Windows Forms (WinForms)</a:t>
            </a:r>
            <a:endParaRPr lang="en-GB" dirty="0"/>
          </a:p>
          <a:p>
            <a:pPr marL="285750" indent="-285750">
              <a:buChar char="•"/>
            </a:pPr>
            <a:r>
              <a:rPr lang="en-GB" dirty="0" err="1"/>
              <a:t>Objec</a:t>
            </a:r>
            <a:r>
              <a:rPr lang="en-GB" dirty="0"/>
              <a:t>-Oriented </a:t>
            </a:r>
            <a:r>
              <a:rPr lang="en-GB" dirty="0" err="1"/>
              <a:t>Programing</a:t>
            </a:r>
            <a:r>
              <a:rPr lang="en-GB" dirty="0"/>
              <a:t> (OOP)</a:t>
            </a:r>
          </a:p>
          <a:p>
            <a:pPr marL="285750" indent="-285750">
              <a:buChar char="•"/>
            </a:pPr>
            <a:r>
              <a:rPr lang="en-GB" err="1"/>
              <a:t>GitH</a:t>
            </a:r>
            <a:r>
              <a:rPr lang="en-GB" dirty="0"/>
              <a:t>ub for </a:t>
            </a:r>
            <a:r>
              <a:rPr lang="en-GB" err="1"/>
              <a:t>ver</a:t>
            </a:r>
            <a:r>
              <a:rPr lang="en-GB"/>
              <a:t>sion control</a:t>
            </a:r>
          </a:p>
          <a:p>
            <a:pPr marL="285750" indent="-285750">
              <a:buChar char="•"/>
            </a:pPr>
            <a:r>
              <a:rPr lang="en-GB" dirty="0" err="1"/>
              <a:t>GitHib</a:t>
            </a:r>
            <a:r>
              <a:rPr lang="en-GB" dirty="0"/>
              <a:t> actions for continuous </a:t>
            </a:r>
            <a:r>
              <a:rPr lang="en-GB" dirty="0" err="1"/>
              <a:t>intergration</a:t>
            </a:r>
            <a:r>
              <a:rPr lang="en-GB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667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7E98-BF83-B153-7CE2-C7B33E47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</a:t>
            </a:r>
            <a:r>
              <a:rPr lang="en-GB"/>
              <a:t>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55F56-B7F4-45BF-A34F-0F3406BD5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Program.cs – Starts the application.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Form1.cs – Handles GUI interactions.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ResponseManager.cs – Manages chatbot responses.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MemoryManager.cs</a:t>
            </a:r>
            <a:r>
              <a:rPr lang="en-GB" dirty="0">
                <a:ea typeface="+mn-lt"/>
                <a:cs typeface="+mn-lt"/>
              </a:rPr>
              <a:t> – Stores user information.</a:t>
            </a:r>
            <a:endParaRPr lang="en-GB" dirty="0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SentimentAnalyzer.cs</a:t>
            </a:r>
            <a:r>
              <a:rPr lang="en-GB" dirty="0">
                <a:ea typeface="+mn-lt"/>
                <a:cs typeface="+mn-lt"/>
              </a:rPr>
              <a:t> – Detects user emotions.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ConversationManager.cs</a:t>
            </a:r>
            <a:r>
              <a:rPr lang="en-GB" dirty="0">
                <a:ea typeface="+mn-lt"/>
                <a:cs typeface="+mn-lt"/>
              </a:rPr>
              <a:t> – Maintains conversation flow.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72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C1EC-2BFA-C421-6614-82DC4A8B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E0D8B-E665-9710-0E68-057EBFABA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Keyword recognition</a:t>
            </a:r>
            <a:endParaRPr lang="en-US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Conversation flow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Memory recall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Sentiment detection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Voice greeting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Error handling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7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B081-FA3A-905D-57E3-53BA3595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Voice greeting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9A4-9FB5-AF94-42E2-6C409E843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Used </a:t>
            </a:r>
            <a:r>
              <a:rPr lang="en-GB" err="1">
                <a:ea typeface="+mn-lt"/>
                <a:cs typeface="+mn-lt"/>
              </a:rPr>
              <a:t>System.Media.SoundPlayer</a:t>
            </a:r>
            <a:r>
              <a:rPr lang="en-GB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A WAV audio file plays automatically when the chatbot starts.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Improves user interaction and presentation.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553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3062-0D00-3CD5-5BC3-E73DADE5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Github</a:t>
            </a:r>
            <a:r>
              <a:rPr lang="en-GB" dirty="0"/>
              <a:t> and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3383F-782B-4AD8-F3AC-95F560549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Created meaningful GitHub commits.</a:t>
            </a:r>
            <a:endParaRPr lang="en-US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Used GitHub Actions for Continuous Integration.</a:t>
            </a:r>
            <a:endParaRPr lang="en-GB"/>
          </a:p>
          <a:p>
            <a:pPr marL="285750" indent="-285750">
              <a:buChar char="•"/>
            </a:pPr>
            <a:r>
              <a:rPr lang="en-GB">
                <a:ea typeface="+mn-lt"/>
                <a:cs typeface="+mn-lt"/>
              </a:rPr>
              <a:t>Project automatically checks for build issues.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61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B0E2-8E13-3EC7-C805-35D0F066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-180000">
            <a:off x="583784" y="4184036"/>
            <a:ext cx="10102266" cy="2589114"/>
          </a:xfrm>
        </p:spPr>
        <p:txBody>
          <a:bodyPr/>
          <a:lstStyle/>
          <a:p>
            <a:r>
              <a:rPr lang="en-GB" err="1"/>
              <a:t>Github</a:t>
            </a:r>
            <a:r>
              <a:rPr lang="en-GB"/>
              <a:t> repository </a:t>
            </a:r>
            <a:r>
              <a:rPr lang="en-GB" err="1"/>
              <a:t>screensho</a:t>
            </a:r>
            <a:r>
              <a:rPr lang="en-GB"/>
              <a:t>t</a:t>
            </a:r>
          </a:p>
        </p:txBody>
      </p:sp>
      <p:pic>
        <p:nvPicPr>
          <p:cNvPr id="8" name="Picture Placeholder 7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31795172-F101-4F5C-C2B8-81A7D3F7537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27500" b="27500"/>
          <a:stretch/>
        </p:blipFill>
        <p:spPr>
          <a:xfrm>
            <a:off x="77304" y="309217"/>
            <a:ext cx="12037392" cy="4103757"/>
          </a:xfrm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00838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26D4-BA15-28EB-A29D-E7BEA039E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4136" y="685799"/>
            <a:ext cx="3137986" cy="3200400"/>
          </a:xfrm>
        </p:spPr>
        <p:txBody>
          <a:bodyPr/>
          <a:lstStyle/>
          <a:p>
            <a:r>
              <a:rPr lang="en-GB"/>
              <a:t>Gui </a:t>
            </a:r>
          </a:p>
        </p:txBody>
      </p:sp>
      <p:pic>
        <p:nvPicPr>
          <p:cNvPr id="5" name="Picture Placeholder 4" descr="A computer screen with a black rectangular box&#10;&#10;AI-generated content may be incorrect.">
            <a:extLst>
              <a:ext uri="{FF2B5EF4-FFF2-40B4-BE49-F238E27FC236}">
                <a16:creationId xmlns:a16="http://schemas.microsoft.com/office/drawing/2014/main" id="{6E4B1F7D-C5A4-238B-4A5E-382F54FBD92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28733" r="28733"/>
          <a:stretch/>
        </p:blipFill>
        <p:spPr>
          <a:xfrm>
            <a:off x="-1" y="-1"/>
            <a:ext cx="7787597" cy="6725479"/>
          </a:xfrm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06882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EC82-907F-EDEA-FC89-FAD84C33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dirty="0"/>
              <a:t>Chat </a:t>
            </a:r>
            <a:r>
              <a:rPr lang="en-GB" sz="2000" b="1"/>
              <a:t>conversation</a:t>
            </a:r>
            <a:endParaRPr lang="en-GB" sz="2000" b="1" dirty="0"/>
          </a:p>
        </p:txBody>
      </p:sp>
      <p:pic>
        <p:nvPicPr>
          <p:cNvPr id="5" name="Picture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8188333-66F2-3FCF-FC4F-5243ABB51E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836" r="3836"/>
          <a:stretch/>
        </p:blipFill>
        <p:spPr>
          <a:prstGeom prst="rect">
            <a:avLst/>
          </a:prstGeom>
          <a:blipFill>
            <a:blip r:embed="rId3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59081508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Widescreen</PresentationFormat>
  <Paragraphs>3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Blockwork elegance</vt:lpstr>
      <vt:lpstr>CyberSecurity chat Bot</vt:lpstr>
      <vt:lpstr>Project Overview</vt:lpstr>
      <vt:lpstr>Technologies used</vt:lpstr>
      <vt:lpstr>Code structure</vt:lpstr>
      <vt:lpstr>Features implemented</vt:lpstr>
      <vt:lpstr>Voice greeting</vt:lpstr>
      <vt:lpstr>Github and ci</vt:lpstr>
      <vt:lpstr>Github repository screenshot</vt:lpstr>
      <vt:lpstr>Gui </vt:lpstr>
      <vt:lpstr>Chat conversation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178</cp:revision>
  <dcterms:created xsi:type="dcterms:W3CDTF">2026-05-29T17:19:07Z</dcterms:created>
  <dcterms:modified xsi:type="dcterms:W3CDTF">2026-05-29T18:14:52Z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